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88163" cy="100203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610C"/>
    <a:srgbClr val="F36A1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30.03.2021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792"/>
            <a:ext cx="9144000" cy="4443958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1" name="Содержимое 10" descr="20171021_095125-1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9552" y="1556792"/>
            <a:ext cx="3384376" cy="47525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Прямоугольник 5"/>
          <p:cNvSpPr/>
          <p:nvPr/>
        </p:nvSpPr>
        <p:spPr>
          <a:xfrm>
            <a:off x="251520" y="0"/>
            <a:ext cx="8568952" cy="40934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4800"/>
              </a:lnSpc>
            </a:pPr>
            <a:r>
              <a:rPr lang="ru-RU" sz="36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Литературное кафе </a:t>
            </a:r>
          </a:p>
          <a:p>
            <a:pPr algn="ctr">
              <a:lnSpc>
                <a:spcPts val="4800"/>
              </a:lnSpc>
            </a:pPr>
            <a:r>
              <a:rPr lang="ru-RU" sz="40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«Марина Цветаева: диалоги о поэте»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Рисунок 11" descr="IMG-a34bf031c427a80ed9cfb43468c3132b-V.jpg"/>
          <p:cNvPicPr>
            <a:picLocks noChangeAspect="1"/>
          </p:cNvPicPr>
          <p:nvPr/>
        </p:nvPicPr>
        <p:blipFill>
          <a:blip r:embed="rId4" cstate="print"/>
          <a:srcRect l="5029" t="14942"/>
          <a:stretch>
            <a:fillRect/>
          </a:stretch>
        </p:blipFill>
        <p:spPr>
          <a:xfrm>
            <a:off x="4469591" y="1556792"/>
            <a:ext cx="4184665" cy="47525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792"/>
            <a:ext cx="9144000" cy="4443958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0"/>
            <a:ext cx="8568952" cy="40934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4800"/>
              </a:lnSpc>
            </a:pPr>
            <a:r>
              <a:rPr lang="ru-RU" sz="36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Литературное кафе </a:t>
            </a:r>
          </a:p>
          <a:p>
            <a:pPr algn="ctr">
              <a:lnSpc>
                <a:spcPts val="4800"/>
              </a:lnSpc>
            </a:pPr>
            <a:r>
              <a:rPr lang="ru-RU" sz="40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«Марина Цветаева: диалоги о поэте»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051" name="Picture 3" descr="E:\мои фото\школа\2017-2018\цветаева\IMG-bdc5665538f53bbffec49fce7927b0d5-V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79332" y="1450913"/>
            <a:ext cx="3456384" cy="48245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2" name="Picture 4" descr="E:\мои фото\школа\2017-2018\цветаева\1.jpeg"/>
          <p:cNvPicPr>
            <a:picLocks noChangeAspect="1" noChangeArrowheads="1"/>
          </p:cNvPicPr>
          <p:nvPr/>
        </p:nvPicPr>
        <p:blipFill>
          <a:blip r:embed="rId4" cstate="print"/>
          <a:srcRect t="3956" r="22045"/>
          <a:stretch>
            <a:fillRect/>
          </a:stretch>
        </p:blipFill>
        <p:spPr bwMode="auto">
          <a:xfrm>
            <a:off x="323528" y="1844824"/>
            <a:ext cx="4654952" cy="38313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792"/>
            <a:ext cx="9144000" cy="4443958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260648"/>
            <a:ext cx="8712968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8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Литературный  бал </a:t>
            </a:r>
          </a:p>
          <a:p>
            <a:pPr algn="ctr"/>
            <a:r>
              <a:rPr lang="ru-RU" sz="28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«Писать» и «любить» - два неразрывно </a:t>
            </a:r>
          </a:p>
          <a:p>
            <a:pPr algn="ctr"/>
            <a:r>
              <a:rPr lang="ru-RU" sz="28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связанных   глагола»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26" name="Picture 2" descr="E:\мои фото\школа\2018-2019\тургенев\20181208_111546-1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700808"/>
            <a:ext cx="3405483" cy="47565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Рисунок 13" descr="20181208_11140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76056" y="1700808"/>
            <a:ext cx="3312368" cy="47658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792"/>
            <a:ext cx="9144000" cy="4443958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7504" y="86230"/>
            <a:ext cx="9144000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8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Литературный  бал </a:t>
            </a:r>
          </a:p>
          <a:p>
            <a:pPr algn="ctr"/>
            <a:r>
              <a:rPr lang="ru-RU" sz="28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«Писать» и «любить» - два неразрывно связанных   глагола»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Рисунок 9" descr="IMG_1947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7584" y="1518693"/>
            <a:ext cx="7488832" cy="49925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792"/>
            <a:ext cx="9144000" cy="4443958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68760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80978" y="-89525"/>
            <a:ext cx="8712968" cy="36625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8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Литературный  бал </a:t>
            </a:r>
          </a:p>
          <a:p>
            <a:pPr algn="ctr"/>
            <a:r>
              <a:rPr lang="ru-RU" sz="24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«Писать» и «любить» - два неразрывно связанных   глагола»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074" name="Picture 2" descr="E:\мои фото\школа\2018-2019\тургенев\IMG_2022.JPG"/>
          <p:cNvPicPr>
            <a:picLocks noChangeAspect="1" noChangeArrowheads="1"/>
          </p:cNvPicPr>
          <p:nvPr/>
        </p:nvPicPr>
        <p:blipFill>
          <a:blip r:embed="rId3" cstate="print"/>
          <a:srcRect l="9614" t="2827" r="10330" b="4977"/>
          <a:stretch>
            <a:fillRect/>
          </a:stretch>
        </p:blipFill>
        <p:spPr bwMode="auto">
          <a:xfrm>
            <a:off x="827584" y="908720"/>
            <a:ext cx="7619756" cy="57524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792"/>
            <a:ext cx="9144000" cy="4443958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1" name="Содержимое 10" descr="P1070205 - копия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9552" y="1521553"/>
            <a:ext cx="3964634" cy="51455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Прямоугольник 5"/>
          <p:cNvSpPr/>
          <p:nvPr/>
        </p:nvSpPr>
        <p:spPr>
          <a:xfrm>
            <a:off x="431032" y="-27384"/>
            <a:ext cx="8712968" cy="427809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8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Литературно-музыкальная композиция</a:t>
            </a:r>
          </a:p>
          <a:p>
            <a:pPr algn="ctr"/>
            <a:r>
              <a:rPr lang="ru-RU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«Афганистан – ты стих души моей </a:t>
            </a:r>
          </a:p>
          <a:p>
            <a:pPr algn="ctr"/>
            <a:r>
              <a:rPr lang="ru-RU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 верности святой солдатской чести…»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Рисунок 11" descr="P1070215.JPG"/>
          <p:cNvPicPr>
            <a:picLocks noChangeAspect="1"/>
          </p:cNvPicPr>
          <p:nvPr/>
        </p:nvPicPr>
        <p:blipFill>
          <a:blip r:embed="rId4" cstate="print"/>
          <a:srcRect t="9431" r="7785"/>
          <a:stretch>
            <a:fillRect/>
          </a:stretch>
        </p:blipFill>
        <p:spPr>
          <a:xfrm>
            <a:off x="5004048" y="1489694"/>
            <a:ext cx="3744416" cy="51911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40"/>
          <a:stretch>
            <a:fillRect/>
          </a:stretch>
        </p:blipFill>
        <p:spPr>
          <a:xfrm>
            <a:off x="0" y="1556792"/>
            <a:ext cx="9144000" cy="4104456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1032" y="-99392"/>
            <a:ext cx="8712968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Литературный салон </a:t>
            </a:r>
          </a:p>
          <a:p>
            <a:pPr algn="ctr"/>
            <a:r>
              <a:rPr lang="ru-RU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«Борис Пастернак: Я стал частицей</a:t>
            </a:r>
          </a:p>
          <a:p>
            <a:pPr algn="ctr"/>
            <a:r>
              <a:rPr lang="ru-RU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своего времени…»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Содержимое 9" descr="P1060055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rcRect l="5714" r="8931" b="12766"/>
          <a:stretch>
            <a:fillRect/>
          </a:stretch>
        </p:blipFill>
        <p:spPr>
          <a:xfrm>
            <a:off x="400448" y="1556792"/>
            <a:ext cx="5040560" cy="32803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Рисунок 12" descr="P1060053.JPG"/>
          <p:cNvPicPr>
            <a:picLocks noChangeAspect="1"/>
          </p:cNvPicPr>
          <p:nvPr/>
        </p:nvPicPr>
        <p:blipFill rotWithShape="1">
          <a:blip r:embed="rId4" cstate="print"/>
          <a:srcRect l="25500" t="4106" r="29095" b="37557"/>
          <a:stretch/>
        </p:blipFill>
        <p:spPr>
          <a:xfrm>
            <a:off x="4283968" y="3064082"/>
            <a:ext cx="4451445" cy="32803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40"/>
          <a:stretch>
            <a:fillRect/>
          </a:stretch>
        </p:blipFill>
        <p:spPr>
          <a:xfrm>
            <a:off x="0" y="1556792"/>
            <a:ext cx="9144000" cy="4104456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1032" y="-27384"/>
            <a:ext cx="8712968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Литературно-музыкальная композиция</a:t>
            </a:r>
          </a:p>
          <a:p>
            <a:pPr algn="ctr"/>
            <a:r>
              <a:rPr lang="ru-RU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«Красною кистью рябина зажглась»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Содержимое 8"/>
          <p:cNvSpPr>
            <a:spLocks noGrp="1"/>
          </p:cNvSpPr>
          <p:nvPr>
            <p:ph sz="half" idx="2"/>
          </p:nvPr>
        </p:nvSpPr>
        <p:spPr>
          <a:xfrm>
            <a:off x="4391065" y="624619"/>
            <a:ext cx="4364116" cy="1586037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endParaRPr lang="ru-RU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buNone/>
            </a:pPr>
            <a:r>
              <a:rPr lang="ru-RU" sz="41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 юбилею </a:t>
            </a:r>
          </a:p>
          <a:p>
            <a:pPr algn="ctr">
              <a:buNone/>
            </a:pPr>
            <a:r>
              <a:rPr lang="ru-RU" sz="41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Марины Цветаевой</a:t>
            </a:r>
          </a:p>
        </p:txBody>
      </p:sp>
      <p:pic>
        <p:nvPicPr>
          <p:cNvPr id="11" name="Рисунок 6" descr="P1030842.JPG"/>
          <p:cNvPicPr>
            <a:picLocks noChangeAspect="1"/>
          </p:cNvPicPr>
          <p:nvPr/>
        </p:nvPicPr>
        <p:blipFill>
          <a:blip r:embed="rId3" cstate="print"/>
          <a:srcRect l="23927" t="4396" b="9891"/>
          <a:stretch>
            <a:fillRect/>
          </a:stretch>
        </p:blipFill>
        <p:spPr bwMode="auto">
          <a:xfrm>
            <a:off x="4139952" y="2572035"/>
            <a:ext cx="4711979" cy="3817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Рисунок 7" descr="P1030702.JPG"/>
          <p:cNvPicPr>
            <a:picLocks noChangeAspect="1"/>
          </p:cNvPicPr>
          <p:nvPr/>
        </p:nvPicPr>
        <p:blipFill>
          <a:blip r:embed="rId4" cstate="print"/>
          <a:srcRect t="7463"/>
          <a:stretch>
            <a:fillRect/>
          </a:stretch>
        </p:blipFill>
        <p:spPr bwMode="auto">
          <a:xfrm>
            <a:off x="258011" y="1522921"/>
            <a:ext cx="3593909" cy="4866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40"/>
          <a:stretch>
            <a:fillRect/>
          </a:stretch>
        </p:blipFill>
        <p:spPr>
          <a:xfrm>
            <a:off x="0" y="1556792"/>
            <a:ext cx="9144000" cy="4104456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1032" y="13841"/>
            <a:ext cx="8712968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Литературная гостиная</a:t>
            </a:r>
          </a:p>
          <a:p>
            <a:pPr algn="ctr"/>
            <a:r>
              <a:rPr lang="ru-RU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«Афганистан: живая память»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Рисунок 10" descr="20190222_140446.jpg"/>
          <p:cNvPicPr>
            <a:picLocks noChangeAspect="1"/>
          </p:cNvPicPr>
          <p:nvPr/>
        </p:nvPicPr>
        <p:blipFill>
          <a:blip r:embed="rId3" cstate="print"/>
          <a:srcRect l="9469" r="14398"/>
          <a:stretch>
            <a:fillRect/>
          </a:stretch>
        </p:blipFill>
        <p:spPr bwMode="auto">
          <a:xfrm>
            <a:off x="3851920" y="2561876"/>
            <a:ext cx="4922638" cy="36370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Рисунок 11" descr="IMG-1dd7422980116d945cf812cbbda237ed-V-1.jpg"/>
          <p:cNvPicPr>
            <a:picLocks noChangeAspect="1"/>
          </p:cNvPicPr>
          <p:nvPr/>
        </p:nvPicPr>
        <p:blipFill>
          <a:blip r:embed="rId4" cstate="print"/>
          <a:srcRect l="2293" t="3832" r="8264" b="17376"/>
          <a:stretch>
            <a:fillRect/>
          </a:stretch>
        </p:blipFill>
        <p:spPr bwMode="auto">
          <a:xfrm>
            <a:off x="407925" y="1244153"/>
            <a:ext cx="4379591" cy="31051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40"/>
          <a:stretch>
            <a:fillRect/>
          </a:stretch>
        </p:blipFill>
        <p:spPr>
          <a:xfrm>
            <a:off x="0" y="1556792"/>
            <a:ext cx="9144000" cy="4104456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1032" y="44624"/>
            <a:ext cx="8712968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Литературный салон</a:t>
            </a:r>
          </a:p>
          <a:p>
            <a:pPr algn="ctr"/>
            <a:r>
              <a:rPr lang="ru-RU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«Такую жизнь нельзя считать короткой»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Содержимое 8"/>
          <p:cNvSpPr>
            <a:spLocks noGrp="1"/>
          </p:cNvSpPr>
          <p:nvPr>
            <p:ph sz="half" idx="2"/>
          </p:nvPr>
        </p:nvSpPr>
        <p:spPr>
          <a:xfrm>
            <a:off x="4056951" y="730529"/>
            <a:ext cx="4840818" cy="1545035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endParaRPr lang="ru-RU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buNone/>
            </a:pPr>
            <a:r>
              <a:rPr lang="ru-RU" sz="35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 юбилею </a:t>
            </a:r>
          </a:p>
          <a:p>
            <a:pPr algn="ctr">
              <a:buNone/>
            </a:pPr>
            <a:r>
              <a:rPr lang="ru-RU" sz="35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Владимира Высоцкого</a:t>
            </a:r>
          </a:p>
        </p:txBody>
      </p:sp>
      <p:pic>
        <p:nvPicPr>
          <p:cNvPr id="11" name="Рисунок 7" descr="P1010145.JPG"/>
          <p:cNvPicPr>
            <a:picLocks noChangeAspect="1"/>
          </p:cNvPicPr>
          <p:nvPr/>
        </p:nvPicPr>
        <p:blipFill>
          <a:blip r:embed="rId3" cstate="print"/>
          <a:srcRect t="11788" r="25439"/>
          <a:stretch>
            <a:fillRect/>
          </a:stretch>
        </p:blipFill>
        <p:spPr bwMode="auto">
          <a:xfrm>
            <a:off x="323528" y="1417638"/>
            <a:ext cx="3240360" cy="49255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Рисунок 10" descr="P1010140.JPG"/>
          <p:cNvPicPr>
            <a:picLocks noChangeAspect="1"/>
          </p:cNvPicPr>
          <p:nvPr/>
        </p:nvPicPr>
        <p:blipFill>
          <a:blip r:embed="rId4" cstate="print"/>
          <a:srcRect r="5667" b="13705"/>
          <a:stretch>
            <a:fillRect/>
          </a:stretch>
        </p:blipFill>
        <p:spPr bwMode="auto">
          <a:xfrm>
            <a:off x="3801182" y="2634288"/>
            <a:ext cx="5117200" cy="3600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40"/>
          <a:stretch>
            <a:fillRect/>
          </a:stretch>
        </p:blipFill>
        <p:spPr>
          <a:xfrm>
            <a:off x="0" y="1556792"/>
            <a:ext cx="9144000" cy="4104456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1032" y="-99392"/>
            <a:ext cx="8712968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Литературно-музыкальная композиция</a:t>
            </a:r>
          </a:p>
          <a:p>
            <a:pPr algn="ctr"/>
            <a:r>
              <a:rPr lang="ru-RU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«Всё начинается с любви»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Содержимое 8"/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4038600" cy="1296144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Рисунок 9" descr="2.jpg"/>
          <p:cNvPicPr>
            <a:picLocks noChangeAspect="1"/>
          </p:cNvPicPr>
          <p:nvPr/>
        </p:nvPicPr>
        <p:blipFill>
          <a:blip r:embed="rId3" cstate="print"/>
          <a:srcRect l="11413" b="6061"/>
          <a:stretch>
            <a:fillRect/>
          </a:stretch>
        </p:blipFill>
        <p:spPr>
          <a:xfrm>
            <a:off x="533400" y="1052736"/>
            <a:ext cx="8229599" cy="56305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BB1EB-62D5-41AD-A7EA-FC4352022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40"/>
          <a:stretch>
            <a:fillRect/>
          </a:stretch>
        </p:blipFill>
        <p:spPr>
          <a:xfrm>
            <a:off x="0" y="1556792"/>
            <a:ext cx="9144000" cy="4104456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sz="1200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  <a:p>
            <a:endParaRPr lang="ru-RU" dirty="0">
              <a:ln w="10160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1032" y="-99392"/>
            <a:ext cx="8712968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i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Литературный салон</a:t>
            </a:r>
          </a:p>
          <a:p>
            <a:pPr algn="ctr"/>
            <a:r>
              <a:rPr lang="ru-RU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«Поговорим о любви»</a:t>
            </a: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4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u-RU" sz="6000" b="1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Рисунок 11" descr="IMG_200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28740" y="3031274"/>
            <a:ext cx="4830142" cy="34172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Рисунок 13" descr="IMG_1984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5118" y="1122703"/>
            <a:ext cx="4752528" cy="32695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153</Words>
  <Application>Microsoft Office PowerPoint</Application>
  <PresentationFormat>Экран (4:3)</PresentationFormat>
  <Paragraphs>117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Тема Office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Elena</dc:creator>
  <cp:lastModifiedBy>User</cp:lastModifiedBy>
  <cp:revision>58</cp:revision>
  <cp:lastPrinted>2021-03-30T09:31:12Z</cp:lastPrinted>
  <dcterms:created xsi:type="dcterms:W3CDTF">2021-03-28T10:49:51Z</dcterms:created>
  <dcterms:modified xsi:type="dcterms:W3CDTF">2021-03-30T09:31:19Z</dcterms:modified>
</cp:coreProperties>
</file>